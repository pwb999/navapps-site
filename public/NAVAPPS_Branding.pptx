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864" y="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69B0-E112-5CEE-5264-9C4C3B0AF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7A097-FCA1-C813-0E84-54A22AE07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7D76A-8339-B987-C507-AA773A86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FE6DF-C838-A151-F7EA-66B4EACD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078DA-072B-FC26-88DE-1C544687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4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0BC8-0A08-2749-095F-0EEE9D4A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670BD-592F-207A-29DE-80A134EF7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8868-068B-250A-0AC5-6E33C001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3729-3928-D17C-D0FD-07FB4BBE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02EF0-165A-D270-1184-A6F89C62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43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0467-C4EE-F67D-CF45-5411BB1E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37F69-7FF3-6437-DC2A-78EA6A89F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91DED-F966-75B1-3445-4C2D6E34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3E703-C21C-A1C0-B12D-F96E1389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F0708-DCA7-31EF-3BBA-13249248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4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021B-5475-115A-3872-DF47EF2F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161A-8405-5B27-F908-DB3204E69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67E96-B91E-811B-3FA5-72CB4A972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F0D60-6E85-0CB0-CC63-020E39178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17CCA-B0C5-032A-E717-3CB3A0F8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3BE11-3388-B81F-E42D-CF1E6A76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85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2A0B-4151-D17F-B6CC-B55DC929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706D8-E316-6A49-AA7C-9546B60E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2A66D-6A79-E679-B5FE-C7A19EBA7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F2362-FE54-45AF-87C8-1B8CBB297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59D31-EFE8-BEAE-C7B6-3DF4FD57C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25A305-6F0C-204D-A8EE-8355F021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C948C-018B-49C6-FC5D-60815842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00980-8987-7AB8-5C39-4BC934B8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2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37BB-AE7D-CFCF-2584-29B903FD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C7D19-679A-F9CA-76A6-59FD528D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EF43E-9FED-D8B2-BE5B-D870DD4C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5E16A-17BF-0850-F3ED-89925CE4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4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9E6207-E161-59E1-0E21-E775C8D2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F24DF-F00D-02A1-3FD2-45D409A9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C0A80-4C90-70E8-3B31-37FC5578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0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6D1F-8C63-CF05-07E2-26A2A142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A163D-CAC4-7D71-0E06-6ABF918F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B4BDB-06D1-B1A4-B6B8-016CACE76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AB620-4CA0-EB79-3F56-A3565B52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2F53B-01B9-FEBE-2A7C-C096D7F8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70D34-2CBE-BB14-BE5A-6D3CBF8B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98E0-1482-E5C0-FBB0-22FEDC26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98B2B-DB4A-B04C-4B64-B153DA78D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83EE3-A0DD-B4A7-0360-71A095206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48B35-4B29-804D-2AD4-C5C17D86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BC874-3C9B-582B-6266-B6923EE7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D1D07-26F2-270F-7163-4556449E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9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9D58-8CFA-E8EF-561C-83E9C9C1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AEB60-8D28-E340-A6DC-2FC164175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2A420-81C0-4B4B-BA28-1E26240D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5B7C9-3232-652C-83F0-27875438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0B33-41D7-2AB1-1671-CCCB978F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7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C6FBDC-BD2D-E8DB-4B26-8E3B9952F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C6DA0-CA72-50D9-777E-7C22C29A6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767ED-0E9E-15CB-5C35-DEDC31A7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DC91C-19AA-46B2-7209-74152616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36A9E-0CB2-D295-647B-08575796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7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A6483-363F-DFCD-D45E-FBC186B3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FC812-D7E8-04B6-3F97-2A50999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6EB36-4DAE-9501-8DB4-704C20F32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75F33-04B4-F142-B0AF-818BAE6FAADC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E1483-3D6D-CE00-C6DF-A54FD6BA1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B4D12-04A8-20A8-33DA-04BB961AB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CA888-6B3F-4C4B-8C44-D90CAAA3B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9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00894-AFCF-9FDD-86D1-3C5108D7E4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NAVAPPS</a:t>
            </a:r>
          </a:p>
        </p:txBody>
      </p:sp>
    </p:spTree>
    <p:extLst>
      <p:ext uri="{BB962C8B-B14F-4D97-AF65-F5344CB8AC3E}">
        <p14:creationId xmlns:p14="http://schemas.microsoft.com/office/powerpoint/2010/main" val="411534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908A7-214E-2B65-807C-2DCF9918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0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8B3E9-C242-D6BD-EE3C-02ED5B51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35A852-9DB1-A386-7D32-587EA5B35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9" y="94914"/>
            <a:ext cx="9616807" cy="961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5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1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NAVAPPS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BLEAKLEY</dc:creator>
  <cp:lastModifiedBy>PETER BLEAKLEY</cp:lastModifiedBy>
  <cp:revision>2</cp:revision>
  <cp:lastPrinted>2026-05-08T18:47:06Z</cp:lastPrinted>
  <dcterms:created xsi:type="dcterms:W3CDTF">2026-05-08T18:27:42Z</dcterms:created>
  <dcterms:modified xsi:type="dcterms:W3CDTF">2026-05-09T22:35:51Z</dcterms:modified>
</cp:coreProperties>
</file>