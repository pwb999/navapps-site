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 showGuides="1">
      <p:cViewPr>
        <p:scale>
          <a:sx n="38" d="100"/>
          <a:sy n="38" d="100"/>
        </p:scale>
        <p:origin x="4120" y="215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5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1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5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38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5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6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4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9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21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6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06003-8137-3F42-A395-3E6117DA9E2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31679B-66D5-A544-91D5-9CC140C7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3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368731-D27E-255D-AB5E-BC4F379DF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700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24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Macintosh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BLEAKLEY</dc:creator>
  <cp:lastModifiedBy>PETER BLEAKLEY</cp:lastModifiedBy>
  <cp:revision>1</cp:revision>
  <dcterms:created xsi:type="dcterms:W3CDTF">2026-01-13T19:02:55Z</dcterms:created>
  <dcterms:modified xsi:type="dcterms:W3CDTF">2026-01-13T19:05:48Z</dcterms:modified>
</cp:coreProperties>
</file>